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72" r:id="rId9"/>
    <p:sldId id="267" r:id="rId10"/>
    <p:sldId id="263" r:id="rId11"/>
    <p:sldId id="265" r:id="rId12"/>
    <p:sldId id="269" r:id="rId13"/>
    <p:sldId id="268" r:id="rId14"/>
    <p:sldId id="266" r:id="rId15"/>
    <p:sldId id="270" r:id="rId1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20DC4-81CD-4FA8-A9C9-FE34419FCACF}" v="30" dt="2026-03-10T15:32:00.64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90" autoAdjust="0"/>
    <p:restoredTop sz="94660"/>
  </p:normalViewPr>
  <p:slideViewPr>
    <p:cSldViewPr>
      <p:cViewPr varScale="1">
        <p:scale>
          <a:sx n="49" d="100"/>
          <a:sy n="49" d="100"/>
        </p:scale>
        <p:origin x="86" y="17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tt Suthar" userId="21b29987b109db04" providerId="LiveId" clId="{0C4C9765-21E4-477F-AEBC-557566145E2E}"/>
    <pc:docChg chg="undo custSel addSld modSld">
      <pc:chgData name="Datt Suthar" userId="21b29987b109db04" providerId="LiveId" clId="{0C4C9765-21E4-477F-AEBC-557566145E2E}" dt="2026-03-10T16:07:43.983" v="335" actId="20577"/>
      <pc:docMkLst>
        <pc:docMk/>
      </pc:docMkLst>
      <pc:sldChg chg="modSp mod">
        <pc:chgData name="Datt Suthar" userId="21b29987b109db04" providerId="LiveId" clId="{0C4C9765-21E4-477F-AEBC-557566145E2E}" dt="2026-03-10T16:07:43.983" v="335" actId="20577"/>
        <pc:sldMkLst>
          <pc:docMk/>
          <pc:sldMk cId="0" sldId="256"/>
        </pc:sldMkLst>
        <pc:spChg chg="mod">
          <ac:chgData name="Datt Suthar" userId="21b29987b109db04" providerId="LiveId" clId="{0C4C9765-21E4-477F-AEBC-557566145E2E}" dt="2026-03-10T16:07:43.983" v="335" actId="20577"/>
          <ac:spMkLst>
            <pc:docMk/>
            <pc:sldMk cId="0" sldId="256"/>
            <ac:spMk id="4" creationId="{00000000-0000-0000-0000-000000000000}"/>
          </ac:spMkLst>
        </pc:spChg>
      </pc:sldChg>
      <pc:sldChg chg="addSp delSp modSp mod modClrScheme chgLayout">
        <pc:chgData name="Datt Suthar" userId="21b29987b109db04" providerId="LiveId" clId="{0C4C9765-21E4-477F-AEBC-557566145E2E}" dt="2026-03-10T15:10:55.589" v="13" actId="255"/>
        <pc:sldMkLst>
          <pc:docMk/>
          <pc:sldMk cId="0" sldId="257"/>
        </pc:sldMkLst>
        <pc:spChg chg="mod ord">
          <ac:chgData name="Datt Suthar" userId="21b29987b109db04" providerId="LiveId" clId="{0C4C9765-21E4-477F-AEBC-557566145E2E}" dt="2026-03-10T15:09:02.962" v="7" actId="122"/>
          <ac:spMkLst>
            <pc:docMk/>
            <pc:sldMk cId="0" sldId="257"/>
            <ac:spMk id="3" creationId="{00000000-0000-0000-0000-000000000000}"/>
          </ac:spMkLst>
        </pc:spChg>
        <pc:spChg chg="mod">
          <ac:chgData name="Datt Suthar" userId="21b29987b109db04" providerId="LiveId" clId="{0C4C9765-21E4-477F-AEBC-557566145E2E}" dt="2026-03-10T15:10:55.589" v="13" actId="255"/>
          <ac:spMkLst>
            <pc:docMk/>
            <pc:sldMk cId="0" sldId="257"/>
            <ac:spMk id="7" creationId="{00000000-0000-0000-0000-000000000000}"/>
          </ac:spMkLst>
        </pc:spChg>
        <pc:spChg chg="add del mod ord">
          <ac:chgData name="Datt Suthar" userId="21b29987b109db04" providerId="LiveId" clId="{0C4C9765-21E4-477F-AEBC-557566145E2E}" dt="2026-03-10T15:08:53.867" v="5" actId="700"/>
          <ac:spMkLst>
            <pc:docMk/>
            <pc:sldMk cId="0" sldId="257"/>
            <ac:spMk id="8" creationId="{861FB351-99E7-07DC-5118-A96DD7D78C83}"/>
          </ac:spMkLst>
        </pc:spChg>
        <pc:spChg chg="add del mod ord">
          <ac:chgData name="Datt Suthar" userId="21b29987b109db04" providerId="LiveId" clId="{0C4C9765-21E4-477F-AEBC-557566145E2E}" dt="2026-03-10T15:08:53.471" v="4" actId="700"/>
          <ac:spMkLst>
            <pc:docMk/>
            <pc:sldMk cId="0" sldId="257"/>
            <ac:spMk id="9" creationId="{3625A60B-EB06-8E36-BE1D-E6DD0ED01899}"/>
          </ac:spMkLst>
        </pc:spChg>
        <pc:picChg chg="del">
          <ac:chgData name="Datt Suthar" userId="21b29987b109db04" providerId="LiveId" clId="{0C4C9765-21E4-477F-AEBC-557566145E2E}" dt="2026-03-10T15:09:09.934" v="8" actId="478"/>
          <ac:picMkLst>
            <pc:docMk/>
            <pc:sldMk cId="0" sldId="257"/>
            <ac:picMk id="4" creationId="{00000000-0000-0000-0000-000000000000}"/>
          </ac:picMkLst>
        </pc:picChg>
        <pc:picChg chg="del">
          <ac:chgData name="Datt Suthar" userId="21b29987b109db04" providerId="LiveId" clId="{0C4C9765-21E4-477F-AEBC-557566145E2E}" dt="2026-03-10T15:09:09.934" v="8" actId="478"/>
          <ac:picMkLst>
            <pc:docMk/>
            <pc:sldMk cId="0" sldId="257"/>
            <ac:picMk id="5" creationId="{00000000-0000-0000-0000-000000000000}"/>
          </ac:picMkLst>
        </pc:picChg>
        <pc:picChg chg="del">
          <ac:chgData name="Datt Suthar" userId="21b29987b109db04" providerId="LiveId" clId="{0C4C9765-21E4-477F-AEBC-557566145E2E}" dt="2026-03-10T15:09:09.934" v="8" actId="478"/>
          <ac:picMkLst>
            <pc:docMk/>
            <pc:sldMk cId="0" sldId="257"/>
            <ac:picMk id="6" creationId="{00000000-0000-0000-0000-000000000000}"/>
          </ac:picMkLst>
        </pc:picChg>
      </pc:sldChg>
      <pc:sldChg chg="addSp delSp modSp mod modClrScheme chgLayout">
        <pc:chgData name="Datt Suthar" userId="21b29987b109db04" providerId="LiveId" clId="{0C4C9765-21E4-477F-AEBC-557566145E2E}" dt="2026-03-10T15:34:18.247" v="291" actId="20577"/>
        <pc:sldMkLst>
          <pc:docMk/>
          <pc:sldMk cId="0" sldId="258"/>
        </pc:sldMkLst>
        <pc:spChg chg="mod ord">
          <ac:chgData name="Datt Suthar" userId="21b29987b109db04" providerId="LiveId" clId="{0C4C9765-21E4-477F-AEBC-557566145E2E}" dt="2026-03-10T15:11:11.723" v="16" actId="700"/>
          <ac:spMkLst>
            <pc:docMk/>
            <pc:sldMk cId="0" sldId="258"/>
            <ac:spMk id="2" creationId="{00000000-0000-0000-0000-000000000000}"/>
          </ac:spMkLst>
        </pc:spChg>
        <pc:spChg chg="del mod ord">
          <ac:chgData name="Datt Suthar" userId="21b29987b109db04" providerId="LiveId" clId="{0C4C9765-21E4-477F-AEBC-557566145E2E}" dt="2026-03-10T15:11:11.723" v="16" actId="700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Datt Suthar" userId="21b29987b109db04" providerId="LiveId" clId="{0C4C9765-21E4-477F-AEBC-557566145E2E}" dt="2026-03-10T15:11:11.723" v="16" actId="700"/>
          <ac:spMkLst>
            <pc:docMk/>
            <pc:sldMk cId="0" sldId="258"/>
            <ac:spMk id="4" creationId="{00000000-0000-0000-0000-000000000000}"/>
          </ac:spMkLst>
        </pc:spChg>
        <pc:spChg chg="add mod ord">
          <ac:chgData name="Datt Suthar" userId="21b29987b109db04" providerId="LiveId" clId="{0C4C9765-21E4-477F-AEBC-557566145E2E}" dt="2026-03-10T15:34:18.247" v="291" actId="20577"/>
          <ac:spMkLst>
            <pc:docMk/>
            <pc:sldMk cId="0" sldId="258"/>
            <ac:spMk id="5" creationId="{25282DDE-EB5F-C94F-8E45-F555C7A53AF3}"/>
          </ac:spMkLst>
        </pc:spChg>
      </pc:sldChg>
      <pc:sldChg chg="addSp delSp modSp mod chgLayout">
        <pc:chgData name="Datt Suthar" userId="21b29987b109db04" providerId="LiveId" clId="{0C4C9765-21E4-477F-AEBC-557566145E2E}" dt="2026-03-10T15:15:17.986" v="77" actId="20577"/>
        <pc:sldMkLst>
          <pc:docMk/>
          <pc:sldMk cId="0" sldId="259"/>
        </pc:sldMkLst>
        <pc:spChg chg="mod ord">
          <ac:chgData name="Datt Suthar" userId="21b29987b109db04" providerId="LiveId" clId="{0C4C9765-21E4-477F-AEBC-557566145E2E}" dt="2026-03-10T15:13:57.971" v="48" actId="700"/>
          <ac:spMkLst>
            <pc:docMk/>
            <pc:sldMk cId="0" sldId="259"/>
            <ac:spMk id="3" creationId="{00000000-0000-0000-0000-000000000000}"/>
          </ac:spMkLst>
        </pc:spChg>
        <pc:spChg chg="del mod">
          <ac:chgData name="Datt Suthar" userId="21b29987b109db04" providerId="LiveId" clId="{0C4C9765-21E4-477F-AEBC-557566145E2E}" dt="2026-03-10T15:13:51.544" v="46"/>
          <ac:spMkLst>
            <pc:docMk/>
            <pc:sldMk cId="0" sldId="259"/>
            <ac:spMk id="7" creationId="{00000000-0000-0000-0000-000000000000}"/>
          </ac:spMkLst>
        </pc:spChg>
        <pc:spChg chg="add mod ord">
          <ac:chgData name="Datt Suthar" userId="21b29987b109db04" providerId="LiveId" clId="{0C4C9765-21E4-477F-AEBC-557566145E2E}" dt="2026-03-10T15:15:17.986" v="77" actId="20577"/>
          <ac:spMkLst>
            <pc:docMk/>
            <pc:sldMk cId="0" sldId="259"/>
            <ac:spMk id="8" creationId="{DC119762-E3C8-33B4-7CB2-719894340370}"/>
          </ac:spMkLst>
        </pc:spChg>
        <pc:picChg chg="del">
          <ac:chgData name="Datt Suthar" userId="21b29987b109db04" providerId="LiveId" clId="{0C4C9765-21E4-477F-AEBC-557566145E2E}" dt="2026-03-10T15:13:55.283" v="47" actId="478"/>
          <ac:picMkLst>
            <pc:docMk/>
            <pc:sldMk cId="0" sldId="259"/>
            <ac:picMk id="4" creationId="{00000000-0000-0000-0000-000000000000}"/>
          </ac:picMkLst>
        </pc:picChg>
        <pc:picChg chg="del">
          <ac:chgData name="Datt Suthar" userId="21b29987b109db04" providerId="LiveId" clId="{0C4C9765-21E4-477F-AEBC-557566145E2E}" dt="2026-03-10T15:13:55.283" v="47" actId="478"/>
          <ac:picMkLst>
            <pc:docMk/>
            <pc:sldMk cId="0" sldId="259"/>
            <ac:picMk id="5" creationId="{00000000-0000-0000-0000-000000000000}"/>
          </ac:picMkLst>
        </pc:picChg>
        <pc:picChg chg="del">
          <ac:chgData name="Datt Suthar" userId="21b29987b109db04" providerId="LiveId" clId="{0C4C9765-21E4-477F-AEBC-557566145E2E}" dt="2026-03-10T15:13:55.283" v="47" actId="478"/>
          <ac:picMkLst>
            <pc:docMk/>
            <pc:sldMk cId="0" sldId="259"/>
            <ac:picMk id="6" creationId="{00000000-0000-0000-0000-000000000000}"/>
          </ac:picMkLst>
        </pc:picChg>
      </pc:sldChg>
      <pc:sldChg chg="addSp delSp modSp mod chgLayout">
        <pc:chgData name="Datt Suthar" userId="21b29987b109db04" providerId="LiveId" clId="{0C4C9765-21E4-477F-AEBC-557566145E2E}" dt="2026-03-10T15:16:27.776" v="87" actId="255"/>
        <pc:sldMkLst>
          <pc:docMk/>
          <pc:sldMk cId="0" sldId="260"/>
        </pc:sldMkLst>
        <pc:spChg chg="mod ord">
          <ac:chgData name="Datt Suthar" userId="21b29987b109db04" providerId="LiveId" clId="{0C4C9765-21E4-477F-AEBC-557566145E2E}" dt="2026-03-10T15:16:02.831" v="82" actId="700"/>
          <ac:spMkLst>
            <pc:docMk/>
            <pc:sldMk cId="0" sldId="260"/>
            <ac:spMk id="3" creationId="{00000000-0000-0000-0000-000000000000}"/>
          </ac:spMkLst>
        </pc:spChg>
        <pc:spChg chg="del mod">
          <ac:chgData name="Datt Suthar" userId="21b29987b109db04" providerId="LiveId" clId="{0C4C9765-21E4-477F-AEBC-557566145E2E}" dt="2026-03-10T15:15:57.098" v="80"/>
          <ac:spMkLst>
            <pc:docMk/>
            <pc:sldMk cId="0" sldId="260"/>
            <ac:spMk id="7" creationId="{00000000-0000-0000-0000-000000000000}"/>
          </ac:spMkLst>
        </pc:spChg>
        <pc:spChg chg="add mod ord">
          <ac:chgData name="Datt Suthar" userId="21b29987b109db04" providerId="LiveId" clId="{0C4C9765-21E4-477F-AEBC-557566145E2E}" dt="2026-03-10T15:16:27.776" v="87" actId="255"/>
          <ac:spMkLst>
            <pc:docMk/>
            <pc:sldMk cId="0" sldId="260"/>
            <ac:spMk id="8" creationId="{213659FD-04A0-DF08-9EB0-490A27134665}"/>
          </ac:spMkLst>
        </pc:spChg>
        <pc:picChg chg="del">
          <ac:chgData name="Datt Suthar" userId="21b29987b109db04" providerId="LiveId" clId="{0C4C9765-21E4-477F-AEBC-557566145E2E}" dt="2026-03-10T15:15:58.852" v="81" actId="478"/>
          <ac:picMkLst>
            <pc:docMk/>
            <pc:sldMk cId="0" sldId="260"/>
            <ac:picMk id="4" creationId="{00000000-0000-0000-0000-000000000000}"/>
          </ac:picMkLst>
        </pc:picChg>
        <pc:picChg chg="del">
          <ac:chgData name="Datt Suthar" userId="21b29987b109db04" providerId="LiveId" clId="{0C4C9765-21E4-477F-AEBC-557566145E2E}" dt="2026-03-10T15:15:58.852" v="81" actId="478"/>
          <ac:picMkLst>
            <pc:docMk/>
            <pc:sldMk cId="0" sldId="260"/>
            <ac:picMk id="5" creationId="{00000000-0000-0000-0000-000000000000}"/>
          </ac:picMkLst>
        </pc:picChg>
        <pc:picChg chg="del">
          <ac:chgData name="Datt Suthar" userId="21b29987b109db04" providerId="LiveId" clId="{0C4C9765-21E4-477F-AEBC-557566145E2E}" dt="2026-03-10T15:15:58.852" v="81" actId="478"/>
          <ac:picMkLst>
            <pc:docMk/>
            <pc:sldMk cId="0" sldId="260"/>
            <ac:picMk id="6" creationId="{00000000-0000-0000-0000-000000000000}"/>
          </ac:picMkLst>
        </pc:picChg>
      </pc:sldChg>
      <pc:sldChg chg="addSp delSp modSp mod chgLayout">
        <pc:chgData name="Datt Suthar" userId="21b29987b109db04" providerId="LiveId" clId="{0C4C9765-21E4-477F-AEBC-557566145E2E}" dt="2026-03-10T15:17:36.466" v="100" actId="255"/>
        <pc:sldMkLst>
          <pc:docMk/>
          <pc:sldMk cId="0" sldId="261"/>
        </pc:sldMkLst>
        <pc:spChg chg="mod ord">
          <ac:chgData name="Datt Suthar" userId="21b29987b109db04" providerId="LiveId" clId="{0C4C9765-21E4-477F-AEBC-557566145E2E}" dt="2026-03-10T15:17:03.144" v="94"/>
          <ac:spMkLst>
            <pc:docMk/>
            <pc:sldMk cId="0" sldId="261"/>
            <ac:spMk id="3" creationId="{00000000-0000-0000-0000-000000000000}"/>
          </ac:spMkLst>
        </pc:spChg>
        <pc:spChg chg="del mod">
          <ac:chgData name="Datt Suthar" userId="21b29987b109db04" providerId="LiveId" clId="{0C4C9765-21E4-477F-AEBC-557566145E2E}" dt="2026-03-10T15:16:53.399" v="92"/>
          <ac:spMkLst>
            <pc:docMk/>
            <pc:sldMk cId="0" sldId="261"/>
            <ac:spMk id="5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16:55.638" v="93" actId="478"/>
          <ac:spMkLst>
            <pc:docMk/>
            <pc:sldMk cId="0" sldId="261"/>
            <ac:spMk id="6" creationId="{00000000-0000-0000-0000-000000000000}"/>
          </ac:spMkLst>
        </pc:spChg>
        <pc:spChg chg="del mod ord">
          <ac:chgData name="Datt Suthar" userId="21b29987b109db04" providerId="LiveId" clId="{0C4C9765-21E4-477F-AEBC-557566145E2E}" dt="2026-03-10T15:16:55.638" v="93" actId="478"/>
          <ac:spMkLst>
            <pc:docMk/>
            <pc:sldMk cId="0" sldId="261"/>
            <ac:spMk id="8" creationId="{00000000-0000-0000-0000-000000000000}"/>
          </ac:spMkLst>
        </pc:spChg>
        <pc:spChg chg="add mod">
          <ac:chgData name="Datt Suthar" userId="21b29987b109db04" providerId="LiveId" clId="{0C4C9765-21E4-477F-AEBC-557566145E2E}" dt="2026-03-10T15:17:36.466" v="100" actId="255"/>
          <ac:spMkLst>
            <pc:docMk/>
            <pc:sldMk cId="0" sldId="261"/>
            <ac:spMk id="10" creationId="{762ACC04-DF1D-54B9-C226-529D2E0BDF02}"/>
          </ac:spMkLst>
        </pc:spChg>
        <pc:picChg chg="del">
          <ac:chgData name="Datt Suthar" userId="21b29987b109db04" providerId="LiveId" clId="{0C4C9765-21E4-477F-AEBC-557566145E2E}" dt="2026-03-10T15:16:55.638" v="93" actId="478"/>
          <ac:picMkLst>
            <pc:docMk/>
            <pc:sldMk cId="0" sldId="261"/>
            <ac:picMk id="4" creationId="{00000000-0000-0000-0000-000000000000}"/>
          </ac:picMkLst>
        </pc:picChg>
        <pc:picChg chg="del">
          <ac:chgData name="Datt Suthar" userId="21b29987b109db04" providerId="LiveId" clId="{0C4C9765-21E4-477F-AEBC-557566145E2E}" dt="2026-03-10T15:16:55.638" v="93" actId="478"/>
          <ac:picMkLst>
            <pc:docMk/>
            <pc:sldMk cId="0" sldId="261"/>
            <ac:picMk id="7" creationId="{00000000-0000-0000-0000-000000000000}"/>
          </ac:picMkLst>
        </pc:picChg>
      </pc:sldChg>
      <pc:sldChg chg="addSp delSp modSp mod chgLayout">
        <pc:chgData name="Datt Suthar" userId="21b29987b109db04" providerId="LiveId" clId="{0C4C9765-21E4-477F-AEBC-557566145E2E}" dt="2026-03-10T15:20:05.881" v="121" actId="2710"/>
        <pc:sldMkLst>
          <pc:docMk/>
          <pc:sldMk cId="4251252117" sldId="263"/>
        </pc:sldMkLst>
        <pc:spChg chg="mod ord">
          <ac:chgData name="Datt Suthar" userId="21b29987b109db04" providerId="LiveId" clId="{0C4C9765-21E4-477F-AEBC-557566145E2E}" dt="2026-03-10T15:19:13.516" v="116" actId="700"/>
          <ac:spMkLst>
            <pc:docMk/>
            <pc:sldMk cId="4251252117" sldId="263"/>
            <ac:spMk id="2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19:05.754" v="114" actId="478"/>
          <ac:spMkLst>
            <pc:docMk/>
            <pc:sldMk cId="4251252117" sldId="263"/>
            <ac:spMk id="3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19:05.754" v="114" actId="478"/>
          <ac:spMkLst>
            <pc:docMk/>
            <pc:sldMk cId="4251252117" sldId="263"/>
            <ac:spMk id="4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19:00.472" v="113" actId="478"/>
          <ac:spMkLst>
            <pc:docMk/>
            <pc:sldMk cId="4251252117" sldId="263"/>
            <ac:spMk id="8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19:00.472" v="113" actId="478"/>
          <ac:spMkLst>
            <pc:docMk/>
            <pc:sldMk cId="4251252117" sldId="263"/>
            <ac:spMk id="9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19:00.472" v="113" actId="478"/>
          <ac:spMkLst>
            <pc:docMk/>
            <pc:sldMk cId="4251252117" sldId="263"/>
            <ac:spMk id="11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19:05.754" v="114" actId="478"/>
          <ac:spMkLst>
            <pc:docMk/>
            <pc:sldMk cId="4251252117" sldId="263"/>
            <ac:spMk id="12" creationId="{00000000-0000-0000-0000-000000000000}"/>
          </ac:spMkLst>
        </pc:spChg>
        <pc:spChg chg="add mod ord">
          <ac:chgData name="Datt Suthar" userId="21b29987b109db04" providerId="LiveId" clId="{0C4C9765-21E4-477F-AEBC-557566145E2E}" dt="2026-03-10T15:20:05.881" v="121" actId="2710"/>
          <ac:spMkLst>
            <pc:docMk/>
            <pc:sldMk cId="4251252117" sldId="263"/>
            <ac:spMk id="13" creationId="{C02BBCB3-4F4B-BABC-433E-743EB19862F3}"/>
          </ac:spMkLst>
        </pc:spChg>
        <pc:grpChg chg="del">
          <ac:chgData name="Datt Suthar" userId="21b29987b109db04" providerId="LiveId" clId="{0C4C9765-21E4-477F-AEBC-557566145E2E}" dt="2026-03-10T15:19:05.754" v="114" actId="478"/>
          <ac:grpSpMkLst>
            <pc:docMk/>
            <pc:sldMk cId="4251252117" sldId="263"/>
            <ac:grpSpMk id="5" creationId="{00000000-0000-0000-0000-000000000000}"/>
          </ac:grpSpMkLst>
        </pc:grpChg>
        <pc:graphicFrameChg chg="del">
          <ac:chgData name="Datt Suthar" userId="21b29987b109db04" providerId="LiveId" clId="{0C4C9765-21E4-477F-AEBC-557566145E2E}" dt="2026-03-10T15:19:05.754" v="114" actId="478"/>
          <ac:graphicFrameMkLst>
            <pc:docMk/>
            <pc:sldMk cId="4251252117" sldId="263"/>
            <ac:graphicFrameMk id="10" creationId="{00000000-0000-0000-0000-000000000000}"/>
          </ac:graphicFrameMkLst>
        </pc:graphicFrameChg>
      </pc:sldChg>
      <pc:sldChg chg="addSp delSp modSp mod chgLayout">
        <pc:chgData name="Datt Suthar" userId="21b29987b109db04" providerId="LiveId" clId="{0C4C9765-21E4-477F-AEBC-557566145E2E}" dt="2026-03-10T15:21:39.249" v="156" actId="5793"/>
        <pc:sldMkLst>
          <pc:docMk/>
          <pc:sldMk cId="3793658396" sldId="265"/>
        </pc:sldMkLst>
        <pc:spChg chg="mod ord">
          <ac:chgData name="Datt Suthar" userId="21b29987b109db04" providerId="LiveId" clId="{0C4C9765-21E4-477F-AEBC-557566145E2E}" dt="2026-03-10T15:20:29.129" v="124" actId="700"/>
          <ac:spMkLst>
            <pc:docMk/>
            <pc:sldMk cId="3793658396" sldId="265"/>
            <ac:spMk id="2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20:26.400" v="123" actId="478"/>
          <ac:spMkLst>
            <pc:docMk/>
            <pc:sldMk cId="3793658396" sldId="265"/>
            <ac:spMk id="7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20:26.400" v="123" actId="478"/>
          <ac:spMkLst>
            <pc:docMk/>
            <pc:sldMk cId="3793658396" sldId="265"/>
            <ac:spMk id="12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20:26.400" v="123" actId="478"/>
          <ac:spMkLst>
            <pc:docMk/>
            <pc:sldMk cId="3793658396" sldId="265"/>
            <ac:spMk id="17" creationId="{00000000-0000-0000-0000-000000000000}"/>
          </ac:spMkLst>
        </pc:spChg>
        <pc:spChg chg="add mod ord">
          <ac:chgData name="Datt Suthar" userId="21b29987b109db04" providerId="LiveId" clId="{0C4C9765-21E4-477F-AEBC-557566145E2E}" dt="2026-03-10T15:21:39.249" v="156" actId="5793"/>
          <ac:spMkLst>
            <pc:docMk/>
            <pc:sldMk cId="3793658396" sldId="265"/>
            <ac:spMk id="18" creationId="{D345B828-B79D-CF69-D17F-6CB433D770DF}"/>
          </ac:spMkLst>
        </pc:spChg>
        <pc:grpChg chg="del">
          <ac:chgData name="Datt Suthar" userId="21b29987b109db04" providerId="LiveId" clId="{0C4C9765-21E4-477F-AEBC-557566145E2E}" dt="2026-03-10T15:20:26.400" v="123" actId="478"/>
          <ac:grpSpMkLst>
            <pc:docMk/>
            <pc:sldMk cId="3793658396" sldId="265"/>
            <ac:grpSpMk id="3" creationId="{00000000-0000-0000-0000-000000000000}"/>
          </ac:grpSpMkLst>
        </pc:grpChg>
        <pc:grpChg chg="del">
          <ac:chgData name="Datt Suthar" userId="21b29987b109db04" providerId="LiveId" clId="{0C4C9765-21E4-477F-AEBC-557566145E2E}" dt="2026-03-10T15:20:26.400" v="123" actId="478"/>
          <ac:grpSpMkLst>
            <pc:docMk/>
            <pc:sldMk cId="3793658396" sldId="265"/>
            <ac:grpSpMk id="8" creationId="{00000000-0000-0000-0000-000000000000}"/>
          </ac:grpSpMkLst>
        </pc:grpChg>
        <pc:grpChg chg="del">
          <ac:chgData name="Datt Suthar" userId="21b29987b109db04" providerId="LiveId" clId="{0C4C9765-21E4-477F-AEBC-557566145E2E}" dt="2026-03-10T15:20:26.400" v="123" actId="478"/>
          <ac:grpSpMkLst>
            <pc:docMk/>
            <pc:sldMk cId="3793658396" sldId="265"/>
            <ac:grpSpMk id="13" creationId="{00000000-0000-0000-0000-000000000000}"/>
          </ac:grpSpMkLst>
        </pc:grpChg>
      </pc:sldChg>
      <pc:sldChg chg="addSp delSp modSp mod chgLayout">
        <pc:chgData name="Datt Suthar" userId="21b29987b109db04" providerId="LiveId" clId="{0C4C9765-21E4-477F-AEBC-557566145E2E}" dt="2026-03-10T15:32:00.641" v="282"/>
        <pc:sldMkLst>
          <pc:docMk/>
          <pc:sldMk cId="2530869005" sldId="266"/>
        </pc:sldMkLst>
        <pc:spChg chg="del mod ord">
          <ac:chgData name="Datt Suthar" userId="21b29987b109db04" providerId="LiveId" clId="{0C4C9765-21E4-477F-AEBC-557566145E2E}" dt="2026-03-10T15:31:51.473" v="280" actId="700"/>
          <ac:spMkLst>
            <pc:docMk/>
            <pc:sldMk cId="2530869005" sldId="266"/>
            <ac:spMk id="2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24:42.463" v="209" actId="478"/>
          <ac:spMkLst>
            <pc:docMk/>
            <pc:sldMk cId="2530869005" sldId="266"/>
            <ac:spMk id="3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24:42.463" v="209" actId="478"/>
          <ac:spMkLst>
            <pc:docMk/>
            <pc:sldMk cId="2530869005" sldId="266"/>
            <ac:spMk id="4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24:42.463" v="209" actId="478"/>
          <ac:spMkLst>
            <pc:docMk/>
            <pc:sldMk cId="2530869005" sldId="266"/>
            <ac:spMk id="5" creationId="{00000000-0000-0000-0000-000000000000}"/>
          </ac:spMkLst>
        </pc:spChg>
        <pc:spChg chg="del mod">
          <ac:chgData name="Datt Suthar" userId="21b29987b109db04" providerId="LiveId" clId="{0C4C9765-21E4-477F-AEBC-557566145E2E}" dt="2026-03-10T15:24:51.576" v="211" actId="700"/>
          <ac:spMkLst>
            <pc:docMk/>
            <pc:sldMk cId="2530869005" sldId="266"/>
            <ac:spMk id="6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24:42.463" v="209" actId="478"/>
          <ac:spMkLst>
            <pc:docMk/>
            <pc:sldMk cId="2530869005" sldId="266"/>
            <ac:spMk id="7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24:42.463" v="209" actId="478"/>
          <ac:spMkLst>
            <pc:docMk/>
            <pc:sldMk cId="2530869005" sldId="266"/>
            <ac:spMk id="8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24:42.463" v="209" actId="478"/>
          <ac:spMkLst>
            <pc:docMk/>
            <pc:sldMk cId="2530869005" sldId="266"/>
            <ac:spMk id="9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24:42.463" v="209" actId="478"/>
          <ac:spMkLst>
            <pc:docMk/>
            <pc:sldMk cId="2530869005" sldId="266"/>
            <ac:spMk id="11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24:42.463" v="209" actId="478"/>
          <ac:spMkLst>
            <pc:docMk/>
            <pc:sldMk cId="2530869005" sldId="266"/>
            <ac:spMk id="17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24:42.463" v="209" actId="478"/>
          <ac:spMkLst>
            <pc:docMk/>
            <pc:sldMk cId="2530869005" sldId="266"/>
            <ac:spMk id="23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24:42.463" v="209" actId="478"/>
          <ac:spMkLst>
            <pc:docMk/>
            <pc:sldMk cId="2530869005" sldId="266"/>
            <ac:spMk id="29" creationId="{00000000-0000-0000-0000-000000000000}"/>
          </ac:spMkLst>
        </pc:spChg>
        <pc:spChg chg="add mod ord">
          <ac:chgData name="Datt Suthar" userId="21b29987b109db04" providerId="LiveId" clId="{0C4C9765-21E4-477F-AEBC-557566145E2E}" dt="2026-03-10T15:31:58.662" v="281" actId="14100"/>
          <ac:spMkLst>
            <pc:docMk/>
            <pc:sldMk cId="2530869005" sldId="266"/>
            <ac:spMk id="36" creationId="{A4F672BB-B4B2-5C8E-C169-91C7D1F592C3}"/>
          </ac:spMkLst>
        </pc:spChg>
        <pc:spChg chg="add mod ord">
          <ac:chgData name="Datt Suthar" userId="21b29987b109db04" providerId="LiveId" clId="{0C4C9765-21E4-477F-AEBC-557566145E2E}" dt="2026-03-10T15:32:00.641" v="282"/>
          <ac:spMkLst>
            <pc:docMk/>
            <pc:sldMk cId="2530869005" sldId="266"/>
            <ac:spMk id="37" creationId="{EC0EACA9-DC88-D4C2-4D98-F33F4A178625}"/>
          </ac:spMkLst>
        </pc:spChg>
      </pc:sldChg>
      <pc:sldChg chg="addSp delSp modSp mod chgLayout">
        <pc:chgData name="Datt Suthar" userId="21b29987b109db04" providerId="LiveId" clId="{0C4C9765-21E4-477F-AEBC-557566145E2E}" dt="2026-03-10T15:19:55.959" v="120" actId="2710"/>
        <pc:sldMkLst>
          <pc:docMk/>
          <pc:sldMk cId="1358177966" sldId="267"/>
        </pc:sldMkLst>
        <pc:spChg chg="mod ord">
          <ac:chgData name="Datt Suthar" userId="21b29987b109db04" providerId="LiveId" clId="{0C4C9765-21E4-477F-AEBC-557566145E2E}" dt="2026-03-10T15:18:07.293" v="103" actId="700"/>
          <ac:spMkLst>
            <pc:docMk/>
            <pc:sldMk cId="1358177966" sldId="267"/>
            <ac:spMk id="2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18:04.287" v="102" actId="478"/>
          <ac:spMkLst>
            <pc:docMk/>
            <pc:sldMk cId="1358177966" sldId="267"/>
            <ac:spMk id="3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18:04.287" v="102" actId="478"/>
          <ac:spMkLst>
            <pc:docMk/>
            <pc:sldMk cId="1358177966" sldId="267"/>
            <ac:spMk id="4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18:04.287" v="102" actId="478"/>
          <ac:spMkLst>
            <pc:docMk/>
            <pc:sldMk cId="1358177966" sldId="267"/>
            <ac:spMk id="5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18:04.287" v="102" actId="478"/>
          <ac:spMkLst>
            <pc:docMk/>
            <pc:sldMk cId="1358177966" sldId="267"/>
            <ac:spMk id="6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18:04.287" v="102" actId="478"/>
          <ac:spMkLst>
            <pc:docMk/>
            <pc:sldMk cId="1358177966" sldId="267"/>
            <ac:spMk id="7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18:04.287" v="102" actId="478"/>
          <ac:spMkLst>
            <pc:docMk/>
            <pc:sldMk cId="1358177966" sldId="267"/>
            <ac:spMk id="8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18:04.287" v="102" actId="478"/>
          <ac:spMkLst>
            <pc:docMk/>
            <pc:sldMk cId="1358177966" sldId="267"/>
            <ac:spMk id="9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18:04.287" v="102" actId="478"/>
          <ac:spMkLst>
            <pc:docMk/>
            <pc:sldMk cId="1358177966" sldId="267"/>
            <ac:spMk id="10" creationId="{00000000-0000-0000-0000-000000000000}"/>
          </ac:spMkLst>
        </pc:spChg>
        <pc:spChg chg="add mod ord">
          <ac:chgData name="Datt Suthar" userId="21b29987b109db04" providerId="LiveId" clId="{0C4C9765-21E4-477F-AEBC-557566145E2E}" dt="2026-03-10T15:19:55.959" v="120" actId="2710"/>
          <ac:spMkLst>
            <pc:docMk/>
            <pc:sldMk cId="1358177966" sldId="267"/>
            <ac:spMk id="11" creationId="{6CE02749-99CD-36D8-A724-E36329F19F28}"/>
          </ac:spMkLst>
        </pc:spChg>
      </pc:sldChg>
      <pc:sldChg chg="addSp delSp modSp mod modClrScheme chgLayout">
        <pc:chgData name="Datt Suthar" userId="21b29987b109db04" providerId="LiveId" clId="{0C4C9765-21E4-477F-AEBC-557566145E2E}" dt="2026-03-10T15:35:08.721" v="296" actId="20577"/>
        <pc:sldMkLst>
          <pc:docMk/>
          <pc:sldMk cId="2964599504" sldId="268"/>
        </pc:sldMkLst>
        <pc:spChg chg="del mod ord">
          <ac:chgData name="Datt Suthar" userId="21b29987b109db04" providerId="LiveId" clId="{0C4C9765-21E4-477F-AEBC-557566145E2E}" dt="2026-03-10T15:28:11.931" v="229" actId="478"/>
          <ac:spMkLst>
            <pc:docMk/>
            <pc:sldMk cId="2964599504" sldId="268"/>
            <ac:spMk id="2" creationId="{00000000-0000-0000-0000-000000000000}"/>
          </ac:spMkLst>
        </pc:spChg>
        <pc:spChg chg="del mod">
          <ac:chgData name="Datt Suthar" userId="21b29987b109db04" providerId="LiveId" clId="{0C4C9765-21E4-477F-AEBC-557566145E2E}" dt="2026-03-10T15:28:00.183" v="227"/>
          <ac:spMkLst>
            <pc:docMk/>
            <pc:sldMk cId="2964599504" sldId="268"/>
            <ac:spMk id="3" creationId="{00000000-0000-0000-0000-000000000000}"/>
          </ac:spMkLst>
        </pc:spChg>
        <pc:spChg chg="add del mod ord">
          <ac:chgData name="Datt Suthar" userId="21b29987b109db04" providerId="LiveId" clId="{0C4C9765-21E4-477F-AEBC-557566145E2E}" dt="2026-03-10T15:28:11.931" v="229" actId="478"/>
          <ac:spMkLst>
            <pc:docMk/>
            <pc:sldMk cId="2964599504" sldId="268"/>
            <ac:spMk id="4" creationId="{F8C8C7CA-8560-C76D-3111-98B2ACC05F81}"/>
          </ac:spMkLst>
        </pc:spChg>
        <pc:spChg chg="add mod">
          <ac:chgData name="Datt Suthar" userId="21b29987b109db04" providerId="LiveId" clId="{0C4C9765-21E4-477F-AEBC-557566145E2E}" dt="2026-03-10T15:28:19.405" v="230"/>
          <ac:spMkLst>
            <pc:docMk/>
            <pc:sldMk cId="2964599504" sldId="268"/>
            <ac:spMk id="6" creationId="{EA74E19A-C6F4-1D77-19C5-CE768AB2864B}"/>
          </ac:spMkLst>
        </pc:spChg>
        <pc:spChg chg="add mod">
          <ac:chgData name="Datt Suthar" userId="21b29987b109db04" providerId="LiveId" clId="{0C4C9765-21E4-477F-AEBC-557566145E2E}" dt="2026-03-10T15:35:08.721" v="296" actId="20577"/>
          <ac:spMkLst>
            <pc:docMk/>
            <pc:sldMk cId="2964599504" sldId="268"/>
            <ac:spMk id="8" creationId="{B112AE64-1D34-715A-9E45-1508F96B167C}"/>
          </ac:spMkLst>
        </pc:spChg>
      </pc:sldChg>
      <pc:sldChg chg="addSp delSp modSp new mod chgLayout">
        <pc:chgData name="Datt Suthar" userId="21b29987b109db04" providerId="LiveId" clId="{0C4C9765-21E4-477F-AEBC-557566145E2E}" dt="2026-03-10T15:38:44.858" v="308" actId="1076"/>
        <pc:sldMkLst>
          <pc:docMk/>
          <pc:sldMk cId="2063497882" sldId="269"/>
        </pc:sldMkLst>
        <pc:spChg chg="del">
          <ac:chgData name="Datt Suthar" userId="21b29987b109db04" providerId="LiveId" clId="{0C4C9765-21E4-477F-AEBC-557566145E2E}" dt="2026-03-10T15:22:15.941" v="158" actId="700"/>
          <ac:spMkLst>
            <pc:docMk/>
            <pc:sldMk cId="2063497882" sldId="269"/>
            <ac:spMk id="2" creationId="{C827BDFE-BBEE-66B6-C099-3294C1316682}"/>
          </ac:spMkLst>
        </pc:spChg>
        <pc:spChg chg="del">
          <ac:chgData name="Datt Suthar" userId="21b29987b109db04" providerId="LiveId" clId="{0C4C9765-21E4-477F-AEBC-557566145E2E}" dt="2026-03-10T15:22:15.941" v="158" actId="700"/>
          <ac:spMkLst>
            <pc:docMk/>
            <pc:sldMk cId="2063497882" sldId="269"/>
            <ac:spMk id="3" creationId="{52C96997-95E1-7AE0-A3CB-3AC790F09006}"/>
          </ac:spMkLst>
        </pc:spChg>
        <pc:spChg chg="add mod ord">
          <ac:chgData name="Datt Suthar" userId="21b29987b109db04" providerId="LiveId" clId="{0C4C9765-21E4-477F-AEBC-557566145E2E}" dt="2026-03-10T15:22:30.162" v="159"/>
          <ac:spMkLst>
            <pc:docMk/>
            <pc:sldMk cId="2063497882" sldId="269"/>
            <ac:spMk id="4" creationId="{74FB47B0-A6CB-FC51-5926-EAFBD15A6352}"/>
          </ac:spMkLst>
        </pc:spChg>
        <pc:spChg chg="add mod ord">
          <ac:chgData name="Datt Suthar" userId="21b29987b109db04" providerId="LiveId" clId="{0C4C9765-21E4-477F-AEBC-557566145E2E}" dt="2026-03-10T15:38:23.700" v="303" actId="2710"/>
          <ac:spMkLst>
            <pc:docMk/>
            <pc:sldMk cId="2063497882" sldId="269"/>
            <ac:spMk id="5" creationId="{0F457DA4-3A8B-1FE7-D4EF-FE6955B216AC}"/>
          </ac:spMkLst>
        </pc:spChg>
        <pc:picChg chg="add mod">
          <ac:chgData name="Datt Suthar" userId="21b29987b109db04" providerId="LiveId" clId="{0C4C9765-21E4-477F-AEBC-557566145E2E}" dt="2026-03-10T15:38:44.858" v="308" actId="1076"/>
          <ac:picMkLst>
            <pc:docMk/>
            <pc:sldMk cId="2063497882" sldId="269"/>
            <ac:picMk id="6" creationId="{CAD96E3B-DAF1-B54B-F42C-D5A1ECEF742A}"/>
          </ac:picMkLst>
        </pc:picChg>
        <pc:picChg chg="add mod">
          <ac:chgData name="Datt Suthar" userId="21b29987b109db04" providerId="LiveId" clId="{0C4C9765-21E4-477F-AEBC-557566145E2E}" dt="2026-03-10T15:38:28.579" v="304" actId="1076"/>
          <ac:picMkLst>
            <pc:docMk/>
            <pc:sldMk cId="2063497882" sldId="269"/>
            <ac:picMk id="7" creationId="{1DBB2A13-9F0D-7535-AE6D-A5F53156A4AE}"/>
          </ac:picMkLst>
        </pc:picChg>
      </pc:sldChg>
      <pc:sldChg chg="modSp new mod">
        <pc:chgData name="Datt Suthar" userId="21b29987b109db04" providerId="LiveId" clId="{0C4C9765-21E4-477F-AEBC-557566145E2E}" dt="2026-03-10T15:31:08.807" v="277" actId="12"/>
        <pc:sldMkLst>
          <pc:docMk/>
          <pc:sldMk cId="3727042231" sldId="270"/>
        </pc:sldMkLst>
        <pc:spChg chg="mod">
          <ac:chgData name="Datt Suthar" userId="21b29987b109db04" providerId="LiveId" clId="{0C4C9765-21E4-477F-AEBC-557566145E2E}" dt="2026-03-10T15:30:48.293" v="269" actId="122"/>
          <ac:spMkLst>
            <pc:docMk/>
            <pc:sldMk cId="3727042231" sldId="270"/>
            <ac:spMk id="2" creationId="{4AA04F0C-A765-6873-91E9-A2FB1E131CCF}"/>
          </ac:spMkLst>
        </pc:spChg>
        <pc:spChg chg="mod">
          <ac:chgData name="Datt Suthar" userId="21b29987b109db04" providerId="LiveId" clId="{0C4C9765-21E4-477F-AEBC-557566145E2E}" dt="2026-03-10T15:31:08.807" v="277" actId="12"/>
          <ac:spMkLst>
            <pc:docMk/>
            <pc:sldMk cId="3727042231" sldId="270"/>
            <ac:spMk id="3" creationId="{525967B9-7AA7-FEA0-94D4-67B545F387C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171A1B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171A1B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1E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0" y="10134600"/>
            <a:ext cx="13715999" cy="1523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134600"/>
            <a:ext cx="3898106" cy="15239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389923" y="10134600"/>
            <a:ext cx="3898076" cy="15239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8219" y="9058417"/>
            <a:ext cx="2048732" cy="89849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415116" y="2053367"/>
            <a:ext cx="6187440" cy="5603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rgbClr val="171A1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191656" y="2045747"/>
            <a:ext cx="6492875" cy="6365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0" i="0">
                <a:solidFill>
                  <a:srgbClr val="171A1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1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1E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86000" y="10134600"/>
            <a:ext cx="13715999" cy="1523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10134600"/>
            <a:ext cx="3898106" cy="15239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389923" y="10134600"/>
            <a:ext cx="3898076" cy="152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25225" y="718422"/>
            <a:ext cx="12141200" cy="802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90848" y="4827904"/>
            <a:ext cx="13360400" cy="3302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171A1B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47821" y="700519"/>
            <a:ext cx="5890211" cy="199985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9246" y="3512399"/>
            <a:ext cx="17235805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0" spc="-254" dirty="0">
                <a:solidFill>
                  <a:srgbClr val="7D1816"/>
                </a:solidFill>
              </a:rPr>
              <a:t>CSE-</a:t>
            </a:r>
            <a:r>
              <a:rPr sz="5500" spc="-520" dirty="0">
                <a:solidFill>
                  <a:srgbClr val="7D1816"/>
                </a:solidFill>
              </a:rPr>
              <a:t>400</a:t>
            </a:r>
            <a:r>
              <a:rPr sz="5500" spc="-335" dirty="0">
                <a:solidFill>
                  <a:srgbClr val="7D1816"/>
                </a:solidFill>
              </a:rPr>
              <a:t> </a:t>
            </a:r>
            <a:r>
              <a:rPr sz="5500" spc="-430" dirty="0">
                <a:solidFill>
                  <a:srgbClr val="7D1816"/>
                </a:solidFill>
              </a:rPr>
              <a:t>Fundamentals</a:t>
            </a:r>
            <a:r>
              <a:rPr sz="5500" spc="-335" dirty="0">
                <a:solidFill>
                  <a:srgbClr val="7D1816"/>
                </a:solidFill>
              </a:rPr>
              <a:t> </a:t>
            </a:r>
            <a:r>
              <a:rPr sz="5500" spc="-320" dirty="0">
                <a:solidFill>
                  <a:srgbClr val="7D1816"/>
                </a:solidFill>
              </a:rPr>
              <a:t>of</a:t>
            </a:r>
            <a:r>
              <a:rPr sz="5500" spc="-335" dirty="0">
                <a:solidFill>
                  <a:srgbClr val="7D1816"/>
                </a:solidFill>
              </a:rPr>
              <a:t> </a:t>
            </a:r>
            <a:r>
              <a:rPr sz="5500" spc="-360" dirty="0">
                <a:solidFill>
                  <a:srgbClr val="7D1816"/>
                </a:solidFill>
              </a:rPr>
              <a:t>Probability</a:t>
            </a:r>
            <a:r>
              <a:rPr sz="5500" spc="-335" dirty="0">
                <a:solidFill>
                  <a:srgbClr val="7D1816"/>
                </a:solidFill>
              </a:rPr>
              <a:t> in </a:t>
            </a:r>
            <a:r>
              <a:rPr sz="5500" spc="-385" dirty="0">
                <a:solidFill>
                  <a:srgbClr val="7D1816"/>
                </a:solidFill>
              </a:rPr>
              <a:t>Computing</a:t>
            </a:r>
            <a:endParaRPr sz="5500"/>
          </a:p>
        </p:txBody>
      </p:sp>
      <p:sp>
        <p:nvSpPr>
          <p:cNvPr id="4" name="object 4"/>
          <p:cNvSpPr txBox="1"/>
          <p:nvPr/>
        </p:nvSpPr>
        <p:spPr>
          <a:xfrm>
            <a:off x="5868286" y="4814277"/>
            <a:ext cx="6252210" cy="28409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ts val="5465"/>
              </a:lnSpc>
              <a:spcBef>
                <a:spcPts val="110"/>
              </a:spcBef>
            </a:pPr>
            <a:r>
              <a:rPr sz="4600" spc="-355" dirty="0">
                <a:solidFill>
                  <a:srgbClr val="7D1816"/>
                </a:solidFill>
                <a:latin typeface="Arial Black"/>
                <a:cs typeface="Arial Black"/>
              </a:rPr>
              <a:t>Milestone</a:t>
            </a:r>
            <a:r>
              <a:rPr sz="4600" spc="-295" dirty="0">
                <a:solidFill>
                  <a:srgbClr val="7D1816"/>
                </a:solidFill>
                <a:latin typeface="Arial Black"/>
                <a:cs typeface="Arial Black"/>
              </a:rPr>
              <a:t> </a:t>
            </a:r>
            <a:r>
              <a:rPr sz="4600" dirty="0">
                <a:solidFill>
                  <a:srgbClr val="7D1816"/>
                </a:solidFill>
                <a:latin typeface="Arial Black"/>
                <a:cs typeface="Arial Black"/>
              </a:rPr>
              <a:t>-</a:t>
            </a:r>
            <a:r>
              <a:rPr sz="4600" spc="-290" dirty="0">
                <a:solidFill>
                  <a:srgbClr val="7D1816"/>
                </a:solidFill>
                <a:latin typeface="Arial Black"/>
                <a:cs typeface="Arial Black"/>
              </a:rPr>
              <a:t> </a:t>
            </a:r>
            <a:r>
              <a:rPr lang="en-IN" sz="4600" spc="-290">
                <a:solidFill>
                  <a:srgbClr val="7D1816"/>
                </a:solidFill>
                <a:latin typeface="Arial Black"/>
                <a:cs typeface="Arial Black"/>
              </a:rPr>
              <a:t>4</a:t>
            </a:r>
            <a:endParaRPr sz="4600" dirty="0">
              <a:latin typeface="Arial Black"/>
              <a:cs typeface="Arial Black"/>
            </a:endParaRPr>
          </a:p>
          <a:p>
            <a:pPr algn="ctr">
              <a:lnSpc>
                <a:spcPts val="5465"/>
              </a:lnSpc>
            </a:pPr>
            <a:r>
              <a:rPr sz="4600" spc="-355" dirty="0">
                <a:solidFill>
                  <a:srgbClr val="7D1816"/>
                </a:solidFill>
                <a:latin typeface="Arial Black"/>
                <a:cs typeface="Arial Black"/>
              </a:rPr>
              <a:t>Section</a:t>
            </a:r>
            <a:r>
              <a:rPr sz="4600" spc="-260" dirty="0">
                <a:solidFill>
                  <a:srgbClr val="7D1816"/>
                </a:solidFill>
                <a:latin typeface="Arial Black"/>
                <a:cs typeface="Arial Black"/>
              </a:rPr>
              <a:t> </a:t>
            </a:r>
            <a:r>
              <a:rPr sz="4600" spc="-30" dirty="0">
                <a:solidFill>
                  <a:srgbClr val="7D1816"/>
                </a:solidFill>
                <a:latin typeface="Arial Black"/>
                <a:cs typeface="Arial Black"/>
              </a:rPr>
              <a:t>-</a:t>
            </a:r>
            <a:r>
              <a:rPr sz="4600" spc="-480" dirty="0">
                <a:solidFill>
                  <a:srgbClr val="7D1816"/>
                </a:solidFill>
                <a:latin typeface="Arial Black"/>
                <a:cs typeface="Arial Black"/>
              </a:rPr>
              <a:t>1</a:t>
            </a:r>
            <a:endParaRPr sz="4600" dirty="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5285"/>
              </a:spcBef>
              <a:tabLst>
                <a:tab pos="3357245" algn="l"/>
              </a:tabLst>
            </a:pPr>
            <a:r>
              <a:rPr sz="4950" spc="-220" dirty="0">
                <a:solidFill>
                  <a:srgbClr val="7D1816"/>
                </a:solidFill>
                <a:latin typeface="Arial Black"/>
                <a:cs typeface="Arial Black"/>
              </a:rPr>
              <a:t>Group</a:t>
            </a:r>
            <a:r>
              <a:rPr lang="en-IN" sz="4950" spc="-220" dirty="0">
                <a:solidFill>
                  <a:srgbClr val="7D1816"/>
                </a:solidFill>
                <a:latin typeface="Arial Black"/>
                <a:cs typeface="Arial Black"/>
              </a:rPr>
              <a:t>: s1_g13_net</a:t>
            </a:r>
            <a:endParaRPr sz="495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219" y="9058417"/>
            <a:ext cx="2048732" cy="89849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1980" y="1111993"/>
            <a:ext cx="17504410" cy="810478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4243070" marR="5080" indent="-4231005" algn="ctr">
              <a:lnSpc>
                <a:spcPts val="6000"/>
              </a:lnSpc>
              <a:spcBef>
                <a:spcPts val="320"/>
              </a:spcBef>
            </a:pPr>
            <a:r>
              <a:rPr lang="en-IN" dirty="0"/>
              <a:t>Project Context and Motivation</a:t>
            </a:r>
            <a:endParaRPr spc="-365" dirty="0"/>
          </a:p>
        </p:txBody>
      </p:sp>
      <p:sp>
        <p:nvSpPr>
          <p:cNvPr id="7" name="object 7"/>
          <p:cNvSpPr txBox="1"/>
          <p:nvPr/>
        </p:nvSpPr>
        <p:spPr>
          <a:xfrm>
            <a:off x="2351590" y="2857500"/>
            <a:ext cx="15544800" cy="4717958"/>
          </a:xfrm>
          <a:prstGeom prst="rect">
            <a:avLst/>
          </a:prstGeom>
        </p:spPr>
        <p:txBody>
          <a:bodyPr vert="horz" wrap="square" lIns="0" tIns="283210" rIns="0" bIns="0" rtlCol="0">
            <a:spAutoFit/>
          </a:bodyPr>
          <a:lstStyle/>
          <a:p>
            <a:r>
              <a:rPr lang="en-IN" sz="3600" dirty="0"/>
              <a:t>Application: IEEE 802.11 Wireless LAN </a:t>
            </a:r>
          </a:p>
          <a:p>
            <a:r>
              <a:rPr lang="en-IN" sz="3600" dirty="0"/>
              <a:t>Problem: Multiple nodes → collisions → reduced throughput </a:t>
            </a:r>
          </a:p>
          <a:p>
            <a:r>
              <a:rPr lang="en-IN" sz="3600" dirty="0"/>
              <a:t>Baseline: Binary Exponential </a:t>
            </a:r>
            <a:r>
              <a:rPr lang="en-IN" sz="3600" dirty="0" err="1"/>
              <a:t>Backoff</a:t>
            </a:r>
            <a:r>
              <a:rPr lang="en-IN" sz="3600" dirty="0"/>
              <a:t> Algorithm (BEBA) </a:t>
            </a:r>
          </a:p>
          <a:p>
            <a:r>
              <a:rPr lang="en-IN" sz="3600" dirty="0"/>
              <a:t> Key Issue: Network </a:t>
            </a:r>
            <a:r>
              <a:rPr lang="en-IN" sz="3600" dirty="0" err="1"/>
              <a:t>behavior</a:t>
            </a:r>
            <a:r>
              <a:rPr lang="en-IN" sz="3600" dirty="0"/>
              <a:t> is inherently random </a:t>
            </a:r>
          </a:p>
          <a:p>
            <a:r>
              <a:rPr lang="en-IN" sz="3600" dirty="0"/>
              <a:t> Goal: Improve performance using </a:t>
            </a:r>
            <a:r>
              <a:rPr lang="en-IN" sz="3600" i="1" dirty="0"/>
              <a:t>controlled randomization</a:t>
            </a:r>
            <a:r>
              <a:rPr lang="en-IN" sz="3600" dirty="0"/>
              <a:t> </a:t>
            </a:r>
          </a:p>
          <a:p>
            <a:br>
              <a:rPr lang="en-IN" sz="3600" dirty="0"/>
            </a:br>
            <a:r>
              <a:rPr lang="en-IN" sz="3600" dirty="0"/>
              <a:t>“Instead of fighting randomness, we leverage it to improve system performance.”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1124" y="513016"/>
            <a:ext cx="12141200" cy="15824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Deterministic Baseline Overview</a:t>
            </a:r>
            <a:endParaRPr spc="-395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282DDE-EB5F-C94F-8E45-F555C7A53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0848" y="2095500"/>
            <a:ext cx="15901752" cy="8771632"/>
          </a:xfrm>
        </p:spPr>
        <p:txBody>
          <a:bodyPr/>
          <a:lstStyle/>
          <a:p>
            <a:r>
              <a:rPr lang="en-IN" b="1" dirty="0"/>
              <a:t>BEBA Mechanism: </a:t>
            </a:r>
          </a:p>
          <a:p>
            <a:pPr lvl="1"/>
            <a:r>
              <a:rPr lang="en-IN" sz="2800" dirty="0" err="1"/>
              <a:t>Backoff</a:t>
            </a:r>
            <a:r>
              <a:rPr lang="en-IN" sz="2800" dirty="0"/>
              <a:t> ∼ Uniform(0, CW−1) </a:t>
            </a:r>
          </a:p>
          <a:p>
            <a:pPr lvl="1"/>
            <a:r>
              <a:rPr lang="en-IN" sz="2800" dirty="0"/>
              <a:t>Collision → CW doubles </a:t>
            </a:r>
          </a:p>
          <a:p>
            <a:pPr lvl="1"/>
            <a:r>
              <a:rPr lang="en-IN" sz="2800" dirty="0"/>
              <a:t>Success → CW resets </a:t>
            </a:r>
          </a:p>
          <a:p>
            <a:r>
              <a:rPr lang="en-IN" b="1" dirty="0"/>
              <a:t>What we already did:</a:t>
            </a:r>
            <a:endParaRPr lang="en-IN" dirty="0"/>
          </a:p>
          <a:p>
            <a:r>
              <a:rPr lang="en-IN" sz="2400" dirty="0"/>
              <a:t>Monte Carlo simulation (50,000 slots) </a:t>
            </a:r>
          </a:p>
          <a:p>
            <a:endParaRPr lang="en-IN" sz="2400" dirty="0"/>
          </a:p>
          <a:p>
            <a:r>
              <a:rPr lang="en-IN" b="1" dirty="0"/>
              <a:t>Metrics: </a:t>
            </a:r>
          </a:p>
          <a:p>
            <a:pPr lvl="2"/>
            <a:r>
              <a:rPr lang="en-IN" sz="2800" dirty="0"/>
              <a:t>Throughput </a:t>
            </a:r>
          </a:p>
          <a:p>
            <a:pPr lvl="2"/>
            <a:r>
              <a:rPr lang="en-IN" sz="2800" dirty="0"/>
              <a:t>Collision rate </a:t>
            </a:r>
          </a:p>
          <a:p>
            <a:pPr lvl="2"/>
            <a:r>
              <a:rPr lang="en-IN" sz="2800" dirty="0"/>
              <a:t>Channel utilization </a:t>
            </a:r>
          </a:p>
          <a:p>
            <a:r>
              <a:rPr lang="en-IN" b="1" dirty="0"/>
              <a:t>Limitations:</a:t>
            </a:r>
            <a:endParaRPr lang="en-IN" dirty="0"/>
          </a:p>
          <a:p>
            <a:r>
              <a:rPr lang="en-IN" sz="2800" dirty="0"/>
              <a:t>Same rule for all nodes → synchronization </a:t>
            </a:r>
          </a:p>
          <a:p>
            <a:r>
              <a:rPr lang="en-IN" sz="2800" dirty="0"/>
              <a:t>High collisions at scale </a:t>
            </a:r>
          </a:p>
          <a:p>
            <a:r>
              <a:rPr lang="en-IN" sz="2800" dirty="0"/>
              <a:t>No adaptability</a:t>
            </a:r>
          </a:p>
          <a:p>
            <a:br>
              <a:rPr lang="en-IN" dirty="0"/>
            </a:br>
            <a:r>
              <a:rPr lang="en-IN" b="1" dirty="0"/>
              <a:t>Deterministic rules = predictable → leads to repeated collisions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219" y="9058417"/>
            <a:ext cx="2048732" cy="89849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5" dirty="0"/>
              <a:t>Project</a:t>
            </a:r>
            <a:r>
              <a:rPr spc="-325" dirty="0"/>
              <a:t> </a:t>
            </a:r>
            <a:r>
              <a:rPr spc="-415" dirty="0"/>
              <a:t>System</a:t>
            </a:r>
            <a:r>
              <a:rPr spc="-320" dirty="0"/>
              <a:t> </a:t>
            </a:r>
            <a:r>
              <a:rPr lang="en-US" spc="-320" dirty="0"/>
              <a:t>Pipeline </a:t>
            </a:r>
            <a:r>
              <a:rPr spc="-434" dirty="0"/>
              <a:t>Overview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C119762-E3C8-33B4-7CB2-719894340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0848" y="2095500"/>
            <a:ext cx="13360400" cy="747897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System Pipeline:</a:t>
            </a:r>
          </a:p>
          <a:p>
            <a:pPr>
              <a:lnSpc>
                <a:spcPct val="150000"/>
              </a:lnSpc>
            </a:pPr>
            <a:r>
              <a:rPr lang="en-IN" dirty="0"/>
              <a:t> 1. Nodes generate packets</a:t>
            </a:r>
          </a:p>
          <a:p>
            <a:pPr>
              <a:lnSpc>
                <a:spcPct val="150000"/>
              </a:lnSpc>
            </a:pPr>
            <a:r>
              <a:rPr lang="en-IN" dirty="0"/>
              <a:t> 2. Nodes select random </a:t>
            </a:r>
            <a:r>
              <a:rPr lang="en-IN" dirty="0" err="1"/>
              <a:t>backoff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 3. </a:t>
            </a:r>
            <a:r>
              <a:rPr lang="en-IN" dirty="0" err="1"/>
              <a:t>Backoff</a:t>
            </a:r>
            <a:r>
              <a:rPr lang="en-IN" dirty="0"/>
              <a:t> counter decreases each slot</a:t>
            </a:r>
          </a:p>
          <a:p>
            <a:pPr>
              <a:lnSpc>
                <a:spcPct val="150000"/>
              </a:lnSpc>
            </a:pPr>
            <a:r>
              <a:rPr lang="en-IN" dirty="0"/>
              <a:t> 4. Transmission attempt when counter = 0</a:t>
            </a:r>
          </a:p>
          <a:p>
            <a:pPr>
              <a:lnSpc>
                <a:spcPct val="150000"/>
              </a:lnSpc>
            </a:pPr>
            <a:r>
              <a:rPr lang="en-IN" dirty="0"/>
              <a:t> 5. Channel outcome: Idle / Success / Collision</a:t>
            </a:r>
          </a:p>
          <a:p>
            <a:pPr>
              <a:lnSpc>
                <a:spcPct val="150000"/>
              </a:lnSpc>
            </a:pPr>
            <a:r>
              <a:rPr lang="en-IN" dirty="0"/>
              <a:t>Performance metrics measured from simulation</a:t>
            </a:r>
          </a:p>
          <a:p>
            <a:pPr>
              <a:lnSpc>
                <a:spcPct val="150000"/>
              </a:lnSpc>
            </a:pPr>
            <a:r>
              <a:rPr lang="en-US" dirty="0"/>
              <a:t>Decision rule = </a:t>
            </a:r>
            <a:r>
              <a:rPr lang="en-US" b="1" dirty="0" err="1"/>
              <a:t>Backoff</a:t>
            </a:r>
            <a:r>
              <a:rPr lang="en-US" b="1" dirty="0"/>
              <a:t> + CW update stage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219" y="9058417"/>
            <a:ext cx="2048732" cy="89849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0" dirty="0"/>
              <a:t>Sources</a:t>
            </a:r>
            <a:r>
              <a:rPr spc="-325" dirty="0"/>
              <a:t> </a:t>
            </a:r>
            <a:r>
              <a:rPr spc="-300" dirty="0"/>
              <a:t>of</a:t>
            </a:r>
            <a:r>
              <a:rPr spc="-320" dirty="0"/>
              <a:t> </a:t>
            </a:r>
            <a:r>
              <a:rPr spc="-420" dirty="0"/>
              <a:t>Uncertainty</a:t>
            </a:r>
            <a:r>
              <a:rPr spc="-320" dirty="0"/>
              <a:t> </a:t>
            </a:r>
            <a:r>
              <a:rPr spc="-310" dirty="0"/>
              <a:t>in</a:t>
            </a:r>
            <a:r>
              <a:rPr spc="-320" dirty="0"/>
              <a:t> </a:t>
            </a:r>
            <a:r>
              <a:rPr spc="-455" dirty="0"/>
              <a:t>the</a:t>
            </a:r>
            <a:r>
              <a:rPr spc="-325" dirty="0"/>
              <a:t> </a:t>
            </a:r>
            <a:r>
              <a:rPr spc="-415" dirty="0"/>
              <a:t>Project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13659FD-04A0-DF08-9EB0-490A27134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0848" y="1943100"/>
            <a:ext cx="13360400" cy="7448193"/>
          </a:xfrm>
        </p:spPr>
        <p:txBody>
          <a:bodyPr/>
          <a:lstStyle/>
          <a:p>
            <a:pPr lvl="0"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b="1" dirty="0"/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4800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Random </a:t>
            </a:r>
            <a:r>
              <a:rPr lang="en-US" altLang="en-US" sz="4800" dirty="0" err="1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backoff</a:t>
            </a:r>
            <a:r>
              <a:rPr lang="en-US" altLang="en-US" sz="4800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values 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800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Random number of active nodes 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800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Random collisions 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800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Slot-level randomness </a:t>
            </a:r>
          </a:p>
          <a:p>
            <a:pPr>
              <a:lnSpc>
                <a:spcPct val="150000"/>
              </a:lnSpc>
            </a:pPr>
            <a:endParaRPr lang="en-US" sz="4800" b="1" dirty="0"/>
          </a:p>
          <a:p>
            <a:pPr>
              <a:lnSpc>
                <a:spcPct val="150000"/>
              </a:lnSpc>
            </a:pPr>
            <a:r>
              <a:rPr lang="en-US" sz="4000" b="1" dirty="0"/>
              <a:t>Even baseline system is probabilistic → deterministic control is insufficient</a:t>
            </a:r>
            <a:endParaRPr lang="en-IN" sz="4000" b="1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219" y="9058417"/>
            <a:ext cx="2048732" cy="89849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Random Variables in the System</a:t>
            </a:r>
            <a:endParaRPr spc="-355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62ACC04-DF1D-54B9-C226-529D2E0BD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00200" y="2171700"/>
            <a:ext cx="14066225" cy="7078861"/>
          </a:xfrm>
        </p:spPr>
        <p:txBody>
          <a:bodyPr/>
          <a:lstStyle/>
          <a:p>
            <a:r>
              <a:rPr lang="en-IN" sz="4000" dirty="0"/>
              <a:t>r: </a:t>
            </a:r>
            <a:r>
              <a:rPr lang="en-IN" sz="4000" dirty="0" err="1"/>
              <a:t>Backoff</a:t>
            </a:r>
            <a:r>
              <a:rPr lang="en-IN" sz="4000" dirty="0"/>
              <a:t> counter </a:t>
            </a:r>
          </a:p>
          <a:p>
            <a:r>
              <a:rPr lang="el-GR" sz="4000" dirty="0"/>
              <a:t>τ: </a:t>
            </a:r>
            <a:r>
              <a:rPr lang="en-IN" sz="4000" dirty="0"/>
              <a:t>Transmission probability </a:t>
            </a:r>
          </a:p>
          <a:p>
            <a:r>
              <a:rPr lang="en-IN" sz="4000" dirty="0"/>
              <a:t>N: Number of nodes </a:t>
            </a:r>
          </a:p>
          <a:p>
            <a:r>
              <a:rPr lang="en-IN" sz="4000" dirty="0"/>
              <a:t>Bk​: Number of transmitting nodes </a:t>
            </a:r>
          </a:p>
          <a:p>
            <a:r>
              <a:rPr lang="en-IN" sz="4000" b="1" dirty="0"/>
              <a:t>Channel Probabilities:</a:t>
            </a:r>
            <a:endParaRPr lang="en-IN" sz="4000" dirty="0"/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 err="1">
                <a:solidFill>
                  <a:schemeClr val="tx1"/>
                </a:solidFill>
                <a:latin typeface="Arial" panose="020B0604020202020204" pitchFamily="34" charset="0"/>
              </a:rPr>
              <a:t>Pidle</a:t>
            </a:r>
            <a:r>
              <a:rPr lang="en-US" altLang="en-US" sz="4000" dirty="0">
                <a:solidFill>
                  <a:schemeClr val="tx1"/>
                </a:solidFill>
                <a:latin typeface="Arial" panose="020B0604020202020204" pitchFamily="34" charset="0"/>
              </a:rPr>
              <a:t>=(1−τ)^N 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 err="1">
                <a:solidFill>
                  <a:schemeClr val="tx1"/>
                </a:solidFill>
                <a:latin typeface="Arial" panose="020B0604020202020204" pitchFamily="34" charset="0"/>
              </a:rPr>
              <a:t>Psuccess</a:t>
            </a:r>
            <a:r>
              <a:rPr lang="en-US" altLang="en-US" sz="4000" dirty="0">
                <a:solidFill>
                  <a:schemeClr val="tx1"/>
                </a:solidFill>
                <a:latin typeface="Arial" panose="020B0604020202020204" pitchFamily="34" charset="0"/>
              </a:rPr>
              <a:t>=</a:t>
            </a:r>
            <a:r>
              <a:rPr lang="en-US" altLang="en-US" sz="4000" dirty="0" err="1">
                <a:solidFill>
                  <a:schemeClr val="tx1"/>
                </a:solidFill>
                <a:latin typeface="Arial" panose="020B0604020202020204" pitchFamily="34" charset="0"/>
              </a:rPr>
              <a:t>Nτ</a:t>
            </a:r>
            <a:r>
              <a:rPr lang="en-US" altLang="en-US" sz="4000" dirty="0">
                <a:solidFill>
                  <a:schemeClr val="tx1"/>
                </a:solidFill>
                <a:latin typeface="Arial" panose="020B0604020202020204" pitchFamily="34" charset="0"/>
              </a:rPr>
              <a:t>(1−τ)N−1​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 err="1">
                <a:solidFill>
                  <a:schemeClr val="tx1"/>
                </a:solidFill>
                <a:latin typeface="Arial" panose="020B0604020202020204" pitchFamily="34" charset="0"/>
              </a:rPr>
              <a:t>Pcollision</a:t>
            </a:r>
            <a:r>
              <a:rPr lang="en-US" altLang="en-US" sz="4000" dirty="0">
                <a:solidFill>
                  <a:schemeClr val="tx1"/>
                </a:solidFill>
                <a:latin typeface="Arial" panose="020B0604020202020204" pitchFamily="34" charset="0"/>
              </a:rPr>
              <a:t>=1−Pidle−Psuccess ​ 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4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4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219" y="9058417"/>
            <a:ext cx="2048732" cy="89849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Gap in Baseline</a:t>
            </a:r>
            <a:endParaRPr spc="-355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62ACC04-DF1D-54B9-C226-529D2E0BD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00200" y="2171700"/>
            <a:ext cx="14066225" cy="7971413"/>
          </a:xfrm>
        </p:spPr>
        <p:txBody>
          <a:bodyPr/>
          <a:lstStyle/>
          <a:p>
            <a:r>
              <a:rPr lang="en-IN" b="1" dirty="0"/>
              <a:t>Why Deterministic BEBA Falls Short</a:t>
            </a:r>
          </a:p>
          <a:p>
            <a:endParaRPr lang="en-IN" dirty="0"/>
          </a:p>
          <a:p>
            <a:r>
              <a:rPr lang="en-IN" dirty="0"/>
              <a:t>Nodes behave similarly → synchronized transmissions </a:t>
            </a:r>
          </a:p>
          <a:p>
            <a:r>
              <a:rPr lang="en-IN" dirty="0"/>
              <a:t>Leads to: </a:t>
            </a:r>
          </a:p>
          <a:p>
            <a:endParaRPr lang="en-IN" sz="3200" dirty="0"/>
          </a:p>
          <a:p>
            <a:pPr lvl="1"/>
            <a:r>
              <a:rPr lang="en-IN" sz="3600" dirty="0"/>
              <a:t>Collision bursts </a:t>
            </a:r>
          </a:p>
          <a:p>
            <a:pPr lvl="1"/>
            <a:r>
              <a:rPr lang="en-IN" sz="3600" dirty="0"/>
              <a:t>Throughput degradation </a:t>
            </a:r>
          </a:p>
          <a:p>
            <a:pPr lvl="1"/>
            <a:endParaRPr lang="en-IN" dirty="0"/>
          </a:p>
          <a:p>
            <a:r>
              <a:rPr lang="en-IN" dirty="0"/>
              <a:t>Static CW update → ignores network state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4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4000" b="1" dirty="0"/>
              <a:t>Deterministic rules amplify collisions under congestion”</a:t>
            </a:r>
            <a:endParaRPr lang="en-US" altLang="en-US" sz="40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4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4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566000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25225" y="718422"/>
            <a:ext cx="12141200" cy="2071457"/>
          </a:xfrm>
          <a:prstGeom prst="rect">
            <a:avLst/>
          </a:prstGeom>
        </p:spPr>
        <p:txBody>
          <a:bodyPr vert="horz" wrap="square" lIns="0" tIns="496944" rIns="0" bIns="0" rtlCol="0">
            <a:spAutoFit/>
          </a:bodyPr>
          <a:lstStyle/>
          <a:p>
            <a:pPr marL="39527">
              <a:spcBef>
                <a:spcPts val="200"/>
              </a:spcBef>
            </a:pPr>
            <a:r>
              <a:rPr lang="en-IN" dirty="0"/>
              <a:t>Algorithm Flow/LOGIC</a:t>
            </a:r>
            <a:br>
              <a:rPr lang="en-IN" dirty="0"/>
            </a:br>
            <a:endParaRPr spc="-64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CE02749-99CD-36D8-A724-E36329F19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4624507"/>
            <a:ext cx="13360400" cy="1384995"/>
          </a:xfrm>
        </p:spPr>
        <p:txBody>
          <a:bodyPr/>
          <a:lstStyle/>
          <a:p>
            <a:endParaRPr lang="en-IN" b="1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2362200" y="2171700"/>
            <a:ext cx="15925800" cy="75713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 attempts transmission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Observe outcome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probabilistic rule: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number ∈ [0,1]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Decide CW update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new </a:t>
            </a:r>
            <a:r>
              <a:rPr kumimoji="0" lang="en-US" altLang="en-US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backoff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Continue simulation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4800" dirty="0"/>
              <a:t>Integrated into existing Python Monte Carlo simulation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788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25225" y="266700"/>
            <a:ext cx="12141200" cy="2071457"/>
          </a:xfrm>
          <a:prstGeom prst="rect">
            <a:avLst/>
          </a:prstGeom>
        </p:spPr>
        <p:txBody>
          <a:bodyPr vert="horz" wrap="square" lIns="0" tIns="496944" rIns="0" bIns="0" rtlCol="0">
            <a:spAutoFit/>
          </a:bodyPr>
          <a:lstStyle/>
          <a:p>
            <a:pPr marL="39527">
              <a:spcBef>
                <a:spcPts val="200"/>
              </a:spcBef>
            </a:pPr>
            <a:r>
              <a:rPr lang="en-IN" dirty="0"/>
              <a:t>Randomized Algorithm Design</a:t>
            </a:r>
            <a:br>
              <a:rPr lang="en-IN" dirty="0"/>
            </a:br>
            <a:endParaRPr spc="-64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CE02749-99CD-36D8-A724-E36329F19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4349" y="1754150"/>
            <a:ext cx="17882952" cy="8586966"/>
          </a:xfrm>
        </p:spPr>
        <p:txBody>
          <a:bodyPr/>
          <a:lstStyle/>
          <a:p>
            <a:r>
              <a:rPr lang="en-IN" sz="2800" b="1" dirty="0"/>
              <a:t>Key Idea:</a:t>
            </a:r>
            <a:endParaRPr lang="en-IN" sz="2800" dirty="0"/>
          </a:p>
          <a:p>
            <a:r>
              <a:rPr lang="en-IN" sz="2800" dirty="0"/>
              <a:t>Introduce randomness in </a:t>
            </a:r>
            <a:r>
              <a:rPr lang="en-IN" sz="2800" dirty="0" err="1"/>
              <a:t>backoff</a:t>
            </a:r>
            <a:r>
              <a:rPr lang="en-IN" sz="2800" dirty="0"/>
              <a:t> selection to avoid synchronized transmissions </a:t>
            </a:r>
          </a:p>
          <a:p>
            <a:r>
              <a:rPr lang="en-IN" sz="2800" dirty="0"/>
              <a:t>Use uniform random distribution for </a:t>
            </a:r>
            <a:r>
              <a:rPr lang="en-IN" sz="2800" dirty="0" err="1"/>
              <a:t>backoff</a:t>
            </a:r>
            <a:r>
              <a:rPr lang="en-IN" sz="2800" dirty="0"/>
              <a:t> values </a:t>
            </a:r>
          </a:p>
          <a:p>
            <a:r>
              <a:rPr lang="en-IN" sz="2800" b="1" dirty="0"/>
              <a:t>After Collision:</a:t>
            </a:r>
            <a:endParaRPr lang="en-IN" sz="2800" dirty="0"/>
          </a:p>
          <a:p>
            <a:r>
              <a:rPr lang="en-IN" sz="2800" dirty="0"/>
              <a:t>CW = min(2 × CW, </a:t>
            </a:r>
            <a:r>
              <a:rPr lang="en-IN" sz="2800" dirty="0" err="1"/>
              <a:t>CWmax</a:t>
            </a:r>
            <a:r>
              <a:rPr lang="en-IN" sz="2800" dirty="0"/>
              <a:t>) </a:t>
            </a:r>
          </a:p>
          <a:p>
            <a:r>
              <a:rPr lang="en-IN" sz="2800" dirty="0" err="1"/>
              <a:t>backoff</a:t>
            </a:r>
            <a:r>
              <a:rPr lang="en-IN" sz="2800" dirty="0"/>
              <a:t> ∼ Uniform(0, CW − 1) </a:t>
            </a:r>
          </a:p>
          <a:p>
            <a:endParaRPr lang="en-IN" sz="2800" dirty="0"/>
          </a:p>
          <a:p>
            <a:r>
              <a:rPr lang="en-IN" sz="2800" b="1" dirty="0"/>
              <a:t>After Success:</a:t>
            </a:r>
            <a:endParaRPr lang="en-IN" sz="2800" dirty="0"/>
          </a:p>
          <a:p>
            <a:r>
              <a:rPr lang="en-IN" sz="2800" dirty="0"/>
              <a:t>CW = </a:t>
            </a:r>
            <a:r>
              <a:rPr lang="en-IN" sz="2800" dirty="0" err="1"/>
              <a:t>CWmin</a:t>
            </a:r>
            <a:r>
              <a:rPr lang="en-IN" sz="2800" dirty="0"/>
              <a:t> </a:t>
            </a:r>
          </a:p>
          <a:p>
            <a:r>
              <a:rPr lang="en-IN" sz="2800" dirty="0" err="1"/>
              <a:t>backoff</a:t>
            </a:r>
            <a:r>
              <a:rPr lang="en-IN" sz="2800" dirty="0"/>
              <a:t> ∼ Uniform(0, </a:t>
            </a:r>
            <a:r>
              <a:rPr lang="en-IN" sz="2800" dirty="0" err="1"/>
              <a:t>CWmin</a:t>
            </a:r>
            <a:r>
              <a:rPr lang="en-IN" sz="2800" dirty="0"/>
              <a:t> − 1) </a:t>
            </a:r>
          </a:p>
          <a:p>
            <a:endParaRPr lang="en-IN" sz="2800" dirty="0"/>
          </a:p>
          <a:p>
            <a:r>
              <a:rPr lang="en-IN" sz="2800" b="1" dirty="0"/>
              <a:t>Key Advantage:</a:t>
            </a:r>
            <a:endParaRPr lang="en-IN" sz="2800" dirty="0"/>
          </a:p>
          <a:p>
            <a:r>
              <a:rPr lang="en-IN" sz="2800" dirty="0"/>
              <a:t>Desynchronizes node transmissions </a:t>
            </a:r>
          </a:p>
          <a:p>
            <a:r>
              <a:rPr lang="en-IN" sz="2800" dirty="0"/>
              <a:t>Reduces repeated collisions </a:t>
            </a:r>
          </a:p>
          <a:p>
            <a:r>
              <a:rPr lang="en-IN" sz="2800" dirty="0"/>
              <a:t>Improves throughput and channel utilization </a:t>
            </a:r>
          </a:p>
          <a:p>
            <a:r>
              <a:rPr lang="en-IN" sz="2800" b="1" dirty="0"/>
              <a:t>Implementation:</a:t>
            </a:r>
            <a:endParaRPr lang="en-IN" sz="2800" dirty="0"/>
          </a:p>
          <a:p>
            <a:r>
              <a:rPr lang="en-IN" sz="2800" dirty="0"/>
              <a:t>Implemented using Python random number generator </a:t>
            </a:r>
          </a:p>
          <a:p>
            <a:r>
              <a:rPr lang="en-IN" sz="2800" dirty="0"/>
              <a:t>Applied at every transmission decision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8177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5324" rIns="0" bIns="0" rtlCol="0">
            <a:spAutoFit/>
          </a:bodyPr>
          <a:lstStyle/>
          <a:p>
            <a:pPr marL="39527">
              <a:spcBef>
                <a:spcPts val="200"/>
              </a:spcBef>
            </a:pPr>
            <a:r>
              <a:rPr lang="en-IN" dirty="0"/>
              <a:t>Probabilistic Reasoning</a:t>
            </a:r>
            <a:endParaRPr spc="-16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02BBCB3-4F4B-BABC-433E-743EB1986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1521062"/>
            <a:ext cx="13360400" cy="9694962"/>
          </a:xfrm>
        </p:spPr>
        <p:txBody>
          <a:bodyPr/>
          <a:lstStyle/>
          <a:p>
            <a:endParaRPr lang="en-US" b="1" dirty="0"/>
          </a:p>
          <a:p>
            <a:r>
              <a:rPr lang="en-IN" b="1" dirty="0"/>
              <a:t>Why Randomization Works</a:t>
            </a:r>
          </a:p>
          <a:p>
            <a:r>
              <a:rPr lang="en-IN" b="1" dirty="0"/>
              <a:t>Breaks Synchronization</a:t>
            </a:r>
          </a:p>
          <a:p>
            <a:r>
              <a:rPr lang="en-IN" dirty="0"/>
              <a:t>Randomization reduces node synchronization and spreads transmission attempts over time</a:t>
            </a:r>
          </a:p>
          <a:p>
            <a:r>
              <a:rPr lang="en-IN" b="1" dirty="0"/>
              <a:t>Reduces Simultaneity</a:t>
            </a:r>
          </a:p>
          <a:p>
            <a:r>
              <a:rPr lang="en-IN" dirty="0"/>
              <a:t>Lowers probability of simultaneous transmissions causing collisions</a:t>
            </a:r>
          </a:p>
          <a:p>
            <a:r>
              <a:rPr lang="en-IN" b="1" dirty="0"/>
              <a:t>Controls Patterns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dirty="0"/>
              <a:t>Introduces controlled randomness to break persistent collision patterns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dirty="0"/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Reduces </a:t>
            </a:r>
            <a:r>
              <a:rPr lang="en-US" altLang="en-US" b="1" dirty="0" err="1">
                <a:solidFill>
                  <a:schemeClr val="tx1"/>
                </a:solidFill>
                <a:latin typeface="Arial" panose="020B0604020202020204" pitchFamily="34" charset="0"/>
              </a:rPr>
              <a:t>Pcollision</a:t>
            </a: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Improves </a:t>
            </a:r>
            <a:r>
              <a:rPr lang="en-US" altLang="en-US" b="1" dirty="0" err="1">
                <a:solidFill>
                  <a:schemeClr val="tx1"/>
                </a:solidFill>
                <a:latin typeface="Arial" panose="020B0604020202020204" pitchFamily="34" charset="0"/>
              </a:rPr>
              <a:t>Psuccess</a:t>
            </a:r>
            <a:endParaRPr lang="en-IN" b="1" dirty="0"/>
          </a:p>
          <a:p>
            <a:endParaRPr lang="en-US" dirty="0"/>
          </a:p>
          <a:p>
            <a:endParaRPr lang="en-IN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323165"/>
            <a:ext cx="328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 </a:t>
            </a:r>
          </a:p>
        </p:txBody>
      </p:sp>
    </p:spTree>
    <p:extLst>
      <p:ext uri="{BB962C8B-B14F-4D97-AF65-F5344CB8AC3E}">
        <p14:creationId xmlns:p14="http://schemas.microsoft.com/office/powerpoint/2010/main" val="4251252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0048" y="576455"/>
            <a:ext cx="12141200" cy="1595245"/>
          </a:xfrm>
          <a:prstGeom prst="rect">
            <a:avLst/>
          </a:prstGeom>
        </p:spPr>
        <p:txBody>
          <a:bodyPr vert="horz" wrap="square" lIns="0" tIns="25337" rIns="0" bIns="0" rtlCol="0">
            <a:spAutoFit/>
          </a:bodyPr>
          <a:lstStyle/>
          <a:p>
            <a:pPr marL="20270">
              <a:spcBef>
                <a:spcPts val="200"/>
              </a:spcBef>
            </a:pPr>
            <a:r>
              <a:rPr lang="en-IN" dirty="0"/>
              <a:t>Implementation of Randomized Strategy</a:t>
            </a:r>
            <a:endParaRPr spc="-32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345B828-B79D-CF69-D17F-6CB433D77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0848" y="2857500"/>
            <a:ext cx="13360400" cy="4985980"/>
          </a:xfrm>
        </p:spPr>
        <p:txBody>
          <a:bodyPr/>
          <a:lstStyle/>
          <a:p>
            <a:r>
              <a:rPr lang="en-IN" b="1" dirty="0"/>
              <a:t>Integration Framework</a:t>
            </a:r>
          </a:p>
          <a:p>
            <a:r>
              <a:rPr lang="en-IN" dirty="0"/>
              <a:t>Modified existing Python simulation with randomized logic</a:t>
            </a:r>
          </a:p>
          <a:p>
            <a:r>
              <a:rPr lang="en-IN" b="1" dirty="0" err="1"/>
              <a:t>Backoff</a:t>
            </a:r>
            <a:r>
              <a:rPr lang="en-IN" b="1" dirty="0"/>
              <a:t> Selection</a:t>
            </a:r>
          </a:p>
          <a:p>
            <a:r>
              <a:rPr lang="en-IN" dirty="0"/>
              <a:t>Replaced uniform distribution with probabilistic adjustment</a:t>
            </a:r>
          </a:p>
          <a:p>
            <a:r>
              <a:rPr lang="en-IN" b="1" dirty="0"/>
              <a:t>CW Update Rules</a:t>
            </a:r>
          </a:p>
          <a:p>
            <a:r>
              <a:rPr lang="en-IN" dirty="0"/>
              <a:t>Implemented adaptive window sizing with random parameters</a:t>
            </a:r>
          </a:p>
          <a:p>
            <a:r>
              <a:rPr lang="en-IN" b="1" dirty="0"/>
              <a:t>Monte Carlo Simulation</a:t>
            </a:r>
          </a:p>
          <a:p>
            <a:r>
              <a:rPr lang="en-IN" dirty="0"/>
              <a:t>Multiple runs to characterize probabilistic </a:t>
            </a:r>
            <a:r>
              <a:rPr lang="en-IN" dirty="0" err="1"/>
              <a:t>behavior</a:t>
            </a:r>
            <a:endParaRPr lang="en-IN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3658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FB47B0-A6CB-FC51-5926-EAFBD15A6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Simulation Results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457DA4-3A8B-1FE7-D4EF-FE6955B21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0848" y="2095500"/>
            <a:ext cx="13360400" cy="6647974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endParaRPr lang="en-US" b="1" dirty="0"/>
          </a:p>
          <a:p>
            <a:r>
              <a:rPr lang="en-US" b="1" dirty="0"/>
              <a:t>Expected Results</a:t>
            </a:r>
          </a:p>
          <a:p>
            <a:r>
              <a:rPr lang="en-US" b="1" dirty="0"/>
              <a:t>Randomized BEBA</a:t>
            </a:r>
            <a:r>
              <a:rPr lang="en-US" dirty="0"/>
              <a:t> should show:</a:t>
            </a:r>
          </a:p>
          <a:p>
            <a:r>
              <a:rPr lang="en-US" dirty="0"/>
              <a:t>Lower collision rates</a:t>
            </a:r>
          </a:p>
          <a:p>
            <a:r>
              <a:rPr lang="en-US" dirty="0"/>
              <a:t>Better throughput at high load</a:t>
            </a:r>
          </a:p>
          <a:p>
            <a:r>
              <a:rPr lang="en-US" dirty="0"/>
              <a:t>More stable performance</a:t>
            </a:r>
            <a:endParaRPr lang="en-US" b="1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b="1" dirty="0"/>
          </a:p>
          <a:p>
            <a:r>
              <a:rPr lang="en-US" b="1" dirty="0"/>
              <a:t>Key Metrics</a:t>
            </a:r>
          </a:p>
          <a:p>
            <a:r>
              <a:rPr lang="en-US" b="1" dirty="0"/>
              <a:t>Throughput</a:t>
            </a:r>
            <a:r>
              <a:rPr lang="en-US" dirty="0"/>
              <a:t> → System efficiency</a:t>
            </a:r>
          </a:p>
          <a:p>
            <a:r>
              <a:rPr lang="en-US" b="1" dirty="0"/>
              <a:t>Collision probability</a:t>
            </a:r>
            <a:r>
              <a:rPr lang="en-US" dirty="0"/>
              <a:t> → Network stability</a:t>
            </a:r>
          </a:p>
          <a:p>
            <a:r>
              <a:rPr lang="en-US" b="1" dirty="0"/>
              <a:t>Channel utilization</a:t>
            </a:r>
            <a:r>
              <a:rPr lang="en-US" dirty="0"/>
              <a:t> → Effectiveness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1600" y="2095500"/>
            <a:ext cx="4614251" cy="341141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4970" y="5794138"/>
            <a:ext cx="4322721" cy="323655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89051" y="2437407"/>
            <a:ext cx="4398949" cy="306951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/>
          <a:srcRect r="34139"/>
          <a:stretch/>
        </p:blipFill>
        <p:spPr>
          <a:xfrm>
            <a:off x="13777088" y="5794138"/>
            <a:ext cx="4198546" cy="3236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497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A74E19A-C6F4-1D77-19C5-CE768AB2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3400" y="751626"/>
            <a:ext cx="12141200" cy="784830"/>
          </a:xfrm>
        </p:spPr>
        <p:txBody>
          <a:bodyPr/>
          <a:lstStyle/>
          <a:p>
            <a:pPr algn="ctr"/>
            <a:r>
              <a:rPr lang="en-IN" dirty="0"/>
              <a:t>Key Insights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112AE64-1D34-715A-9E45-1508F96B16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0848" y="2288082"/>
            <a:ext cx="13360400" cy="6278642"/>
          </a:xfrm>
        </p:spPr>
        <p:txBody>
          <a:bodyPr/>
          <a:lstStyle/>
          <a:p>
            <a:br>
              <a:rPr lang="en-US" sz="4000" dirty="0"/>
            </a:br>
            <a:r>
              <a:rPr lang="en-US" sz="4800" dirty="0"/>
              <a:t>“</a:t>
            </a:r>
            <a:r>
              <a:rPr lang="en-US" sz="4800" b="1" dirty="0"/>
              <a:t>Randomization transforms worst-case behavior into stable average-case performance.”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800" dirty="0">
                <a:solidFill>
                  <a:schemeClr val="tx1"/>
                </a:solidFill>
                <a:latin typeface="Arial" panose="020B0604020202020204" pitchFamily="34" charset="0"/>
              </a:rPr>
              <a:t>Randomization improves load balancing 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800" dirty="0">
                <a:solidFill>
                  <a:schemeClr val="tx1"/>
                </a:solidFill>
                <a:latin typeface="Arial" panose="020B0604020202020204" pitchFamily="34" charset="0"/>
              </a:rPr>
              <a:t>Avoids repeated collision patterns 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800" dirty="0">
                <a:solidFill>
                  <a:schemeClr val="tx1"/>
                </a:solidFill>
                <a:latin typeface="Arial" panose="020B0604020202020204" pitchFamily="34" charset="0"/>
              </a:rPr>
              <a:t>More robust under congestion 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800" dirty="0">
                <a:solidFill>
                  <a:schemeClr val="tx1"/>
                </a:solidFill>
                <a:latin typeface="Arial" panose="020B0604020202020204" pitchFamily="34" charset="0"/>
              </a:rPr>
              <a:t>Small randomness → big performance gain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964599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36">
            <a:extLst>
              <a:ext uri="{FF2B5EF4-FFF2-40B4-BE49-F238E27FC236}">
                <a16:creationId xmlns:a16="http://schemas.microsoft.com/office/drawing/2014/main" id="{EC0EACA9-DC88-D4C2-4D98-F33F4A178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Current Limitations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A4F672BB-B4B2-5C8E-C169-91C7D1F59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0848" y="2324100"/>
            <a:ext cx="13360400" cy="5805804"/>
          </a:xfrm>
        </p:spPr>
        <p:txBody>
          <a:bodyPr/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Model Limitations</a:t>
            </a:r>
            <a:endParaRPr lang="en-US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- Ideal channel assumption (no noise or interference)</a:t>
            </a:r>
            <a:br>
              <a:rPr lang="en-US" dirty="0"/>
            </a:br>
            <a:r>
              <a:rPr lang="en-US" dirty="0"/>
              <a:t>- Hidden terminal problem not modeled</a:t>
            </a:r>
            <a:br>
              <a:rPr lang="en-US" dirty="0"/>
            </a:br>
            <a:r>
              <a:rPr lang="en-US" dirty="0"/>
              <a:t>- Fixed number of nodes used in simulation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Simulation Limitations</a:t>
            </a:r>
            <a:endParaRPr lang="en-US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- Simplified traffic generation model</a:t>
            </a:r>
            <a:br>
              <a:rPr lang="en-US" dirty="0"/>
            </a:br>
            <a:r>
              <a:rPr lang="en-US" dirty="0"/>
              <a:t>- Limited network size considered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08690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04F0C-A765-6873-91E9-A2FB1E131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5967B9-7AA7-FEA0-94D4-67B545F38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62200" y="2400300"/>
            <a:ext cx="16511352" cy="6705600"/>
          </a:xfrm>
        </p:spPr>
        <p:txBody>
          <a:bodyPr/>
          <a:lstStyle/>
          <a:p>
            <a:r>
              <a:rPr lang="en-IN" dirty="0"/>
              <a:t>Deterministic BEBA has limitations </a:t>
            </a:r>
          </a:p>
          <a:p>
            <a:r>
              <a:rPr lang="en-IN" dirty="0"/>
              <a:t>Randomized strategy improves system </a:t>
            </a:r>
            <a:r>
              <a:rPr lang="en-IN" dirty="0" err="1"/>
              <a:t>behavior</a:t>
            </a:r>
            <a:r>
              <a:rPr lang="en-IN" dirty="0"/>
              <a:t> </a:t>
            </a:r>
          </a:p>
          <a:p>
            <a:r>
              <a:rPr lang="en-IN" dirty="0"/>
              <a:t>Probability theory helps design better algorithms </a:t>
            </a:r>
          </a:p>
          <a:p>
            <a:r>
              <a:rPr lang="en-IN" dirty="0"/>
              <a:t>Simulation validates improvements 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7042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</TotalTime>
  <Words>661</Words>
  <Application>Microsoft Office PowerPoint</Application>
  <PresentationFormat>Custom</PresentationFormat>
  <Paragraphs>152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Arial Black</vt:lpstr>
      <vt:lpstr>Microsoft Sans Serif</vt:lpstr>
      <vt:lpstr>Office Theme</vt:lpstr>
      <vt:lpstr>CSE-400 Fundamentals of Probability in Computing</vt:lpstr>
      <vt:lpstr>Project Context and Motivation</vt:lpstr>
      <vt:lpstr>Deterministic Baseline Overview</vt:lpstr>
      <vt:lpstr>Project System Pipeline Overview</vt:lpstr>
      <vt:lpstr>Sources of Uncertainty in the Project</vt:lpstr>
      <vt:lpstr>Random Variables in the System</vt:lpstr>
      <vt:lpstr>Gap in Baseline</vt:lpstr>
      <vt:lpstr>Algorithm Flow/LOGIC </vt:lpstr>
      <vt:lpstr>Randomized Algorithm Design </vt:lpstr>
      <vt:lpstr>Probabilistic Reasoning</vt:lpstr>
      <vt:lpstr>Implementation of Randomized Strategy</vt:lpstr>
      <vt:lpstr>Simulation Results</vt:lpstr>
      <vt:lpstr>Key Insights</vt:lpstr>
      <vt:lpstr>Current Limitations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CSE-400 Fundamentals of Probability in Computing</dc:title>
  <dc:creator>Khushi</dc:creator>
  <cp:keywords>DAHAPrwuP0Y,BAEgQSw82os,0</cp:keywords>
  <cp:lastModifiedBy>Datt Suthar</cp:lastModifiedBy>
  <cp:revision>11</cp:revision>
  <dcterms:created xsi:type="dcterms:W3CDTF">2026-02-03T19:20:22Z</dcterms:created>
  <dcterms:modified xsi:type="dcterms:W3CDTF">2026-03-29T16:19:22Z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2026-02-03T00:00:00Z</vt:filetime>
  </property>
  <property fmtid="{D5CDD505-2E9C-101B-9397-08002B2CF9AE}" pid="3" name="Creator">
    <vt:lpwstr>Canva</vt:lpwstr>
  </property>
  <property fmtid="{D5CDD505-2E9C-101B-9397-08002B2CF9AE}" pid="4" name="LastSaved">
    <vt:filetime>2026-02-03T00:00:00Z</vt:filetime>
  </property>
  <property fmtid="{D5CDD505-2E9C-101B-9397-08002B2CF9AE}" pid="5" name="Producer">
    <vt:lpwstr>Canva</vt:lpwstr>
  </property>
</Properties>
</file>